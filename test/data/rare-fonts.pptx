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Rare Font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latin typeface="Comic Sans MS"/>
              </a:defRPr>
            </a:pPr>
            <a:r>
              <a:t>Comic Sans MS: The quick brown fox</a:t>
            </a:r>
          </a:p>
          <a:p>
            <a:pPr>
              <a:defRPr sz="1800">
                <a:latin typeface="Impact"/>
              </a:defRPr>
            </a:pPr>
            <a:r>
              <a:t>Impact: The quick brown fox</a:t>
            </a:r>
          </a:p>
          <a:p>
            <a:pPr>
              <a:defRPr sz="1800">
                <a:latin typeface="Georgia"/>
              </a:defRPr>
            </a:pPr>
            <a:r>
              <a:t>Georgia: The quick brown fox</a:t>
            </a:r>
          </a:p>
          <a:p>
            <a:pPr>
              <a:defRPr sz="1800">
                <a:latin typeface="Verdana"/>
              </a:defRPr>
            </a:pPr>
            <a:r>
              <a:t>Verdana: The quick brown fox</a:t>
            </a:r>
          </a:p>
          <a:p>
            <a:pPr>
              <a:defRPr sz="1800">
                <a:latin typeface="Tahoma"/>
              </a:defRPr>
            </a:pPr>
            <a:r>
              <a:t>Tahoma: The quick brown fox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