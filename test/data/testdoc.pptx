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0D8B-0BA8-90F1-9481-4C679B394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AF6A6-45DC-B844-B00E-A01FFE9A5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2F38A-304E-940C-CFCB-5C6D47BB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FC2F-C177-1246-0336-451C17FA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61DE1-52C4-2509-7840-62D39780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4086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232D2-B648-22C0-D8EC-F81B8598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AB638-479C-3AFB-8142-5177E2C28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70871-3E6D-CB0F-A181-7F34F6078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91D3-92B4-CBE9-4D08-D7E4992C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6961F-26BA-FB1B-B82A-89485A14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69597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61D0-5866-EE89-E06C-5A33F43F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ADD3-EB0C-A7F6-3174-5F959260B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6CE0A-4A1D-C8C1-BD69-A175C7AF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E7449-8494-DDD5-02FD-0A5298E5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F7EC-48C6-3FA5-DE78-292D7DCD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87151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B181-7707-607E-01CD-99836CF21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7226A-494F-7E8E-FEC7-F6E746AB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3C732-6241-F80B-27BF-31B28B65A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44BE3-E067-D1DC-9A48-3658BF99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11C1D-556A-B84E-0D33-5EFC4F4E7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8C608-0D7F-1AB7-8D9F-D8A2EA38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91802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C038-957F-BDF6-491F-F520FC55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311A2-23D1-30DF-17E6-32ABC5E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53847-5A12-3F6A-656D-8DBA77686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96C44B-5F95-6E9D-C491-9D50BBFC1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88F105-C06C-BAFB-9F2D-8FC9B9D9C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E4F73-3D31-0358-2D9E-E7CDAACA8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5F2B1-14D2-6465-C429-E7A0A1C36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0630D-A7B6-1595-C709-E62C7ED6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10691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D25A-F17B-80EC-B864-E15E7577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E9C91-D598-3A24-842E-4F51E511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0EF2-C66C-785D-C6E7-B30F3A5E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9226E-C52E-9209-0DFD-3EFC4414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61579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F6877-984E-0BC5-15D6-1BA6806A4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7F294A-0E8C-F94F-2B56-5F81C75CA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7E4F1-22DB-3CA7-8C9F-F28F9DA5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4767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137D-B543-69CC-6123-13CB7806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83C5-BD4C-F356-410A-AEAD13C75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9C69D-1E4A-684E-6E41-9E82C28F5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F21EE-405D-077D-733F-31BC926D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6870A-755A-9BA5-6CC8-633C0E20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0C8F9-5EB3-F7B8-B68A-E3544FB6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98482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888C-ED78-2F51-40CC-4228252E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52231-D2F5-4A0C-9737-E37DDEF1A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80BA2-244A-FA70-2F12-582814469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98C8C-B19C-722B-C94F-F18BD82E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9EA5B-B722-CE25-E794-628367767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FABC4-7682-5C2F-CE25-D433AA57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39099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649B-FD8C-5D94-1401-31C22EE6D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C7838-5606-9500-7574-FC23D294A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19FE5-B5DF-9075-71C5-00E3BEE1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41E15-36CA-8D35-A7EC-6DF78FDB5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B22BD-1C52-67DA-8EE7-EF884908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6552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05378-3CA6-6DF6-C1F2-4B702EF7C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78741-7F3C-9749-EF91-9E72EC7EE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76510-F5D7-C4E8-D069-7917B214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F9F45-1927-C7BC-49D0-2B026FEB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5D6C0-EB15-A42E-11E6-F42FE298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61767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4CC05-BB89-0C60-461B-5D4917C5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0A098-DEBE-76B8-6052-3082804FE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7AF4B-605E-C88E-9997-CF7032613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A3E7-B7D2-864B-BF8D-B4239DFFDD34}" type="datetimeFigureOut">
              <a:rPr lang="en-HU" smtClean="0"/>
              <a:t>2026. 03. 27.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5C60E-1BA1-EE80-61CF-71552728E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DF1C8-2943-F41B-BAC2-8FC5318B0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045A4-4F12-7F4C-AE20-DA7A3497B95C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5200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19A7-8DDE-5A60-31EF-B7A746E0B0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U" dirty="0"/>
              <a:t>sadfasdg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56B32-1242-8369-167F-BD677F3445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HU"/>
              <a:t>aads</a:t>
            </a:r>
          </a:p>
        </p:txBody>
      </p:sp>
    </p:spTree>
    <p:extLst>
      <p:ext uri="{BB962C8B-B14F-4D97-AF65-F5344CB8AC3E}">
        <p14:creationId xmlns:p14="http://schemas.microsoft.com/office/powerpoint/2010/main" val="60403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9B9E-6CED-47FC-3803-9ED063EC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sadff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9C99C-0B41-A7A8-A8EF-EB633266A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U" dirty="0"/>
              <a:t>df</a:t>
            </a:r>
          </a:p>
        </p:txBody>
      </p:sp>
    </p:spTree>
    <p:extLst>
      <p:ext uri="{BB962C8B-B14F-4D97-AF65-F5344CB8AC3E}">
        <p14:creationId xmlns:p14="http://schemas.microsoft.com/office/powerpoint/2010/main" val="115255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97C0-1335-1BD5-688B-2A93A7D4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adsf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79D40-3C14-C557-1B77-12E15EDE2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U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68663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278C-1B44-DCB7-2997-257314EB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BAB96-DAD4-8BA2-B802-E28E764DB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364915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sadfasdg</vt:lpstr>
      <vt:lpstr>sadff</vt:lpstr>
      <vt:lpstr>adsf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Szilveszter Szebeni</dc:creator>
  <cp:lastModifiedBy>Szilveszter Szebeni</cp:lastModifiedBy>
  <cp:revision>1</cp:revision>
  <dcterms:created xsi:type="dcterms:W3CDTF">2026-03-27T19:36:23Z</dcterms:created>
  <dcterms:modified xsi:type="dcterms:W3CDTF">2026-03-27T19:36:47Z</dcterms:modified>
</cp:coreProperties>
</file>